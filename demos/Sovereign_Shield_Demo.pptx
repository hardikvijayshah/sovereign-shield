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</a:defRPr>
            </a:pPr>
            <a:r>
              <a:t>SOVEREIGN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D3EE"/>
                </a:solidFill>
              </a:defRPr>
            </a:pPr>
            <a:r>
              <a:t>AI-Powered Data Sovereignty Compliance for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Built with Amazon Bedrock  •  Strands Agents SDK  •  AWS CDK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5-Minute Demo Walkthrough  |  9 Scenes  |  300 Seconds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1 | 0:00 - 0:35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The Data Sovereignty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7 global data residency laws: GDPR, EU Data Act, DPDP, PIPL, LGPD, DORA, NIS2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One misconfigured S3 replication rule = silent compliance violation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Manual audits take weeks and are outdated before they're complete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Sovereign Shield: AI-powered multi-agent system built with Amazon Bedrock + Strands Agents SDK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Scans AWS environments against all 7 regulations in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2 | 0:35 - 1:10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Multi-Agent AI Pipeline (Strands SDK)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Strands SDK 'agent-as-tool' pattern — 5 specialist agents + orchestrator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1. Jurisdiction Profiler — maps regulations to AWS regions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2. Data Flow Scanner — discovers flows across 8 services (boto3)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3. Violation Detector — cross-refs against regulation constraints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4. Remediation Generator — CLI commands + SCP policies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5. Report Generator — executive-ready compliance reports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Powered by Amazon Bedrock Claude Sonnet 4 (configurable)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3 | 1:10 - 1:40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8 AWS Services • Cross-Account Scanning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S3 (replication rules) • RDS (read replicas) • DynamoDB (global tables)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CloudFront (edge cache) • KMS (multi-region keys) • SNS/SQS (cross-region)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Transit Gateway (VPC peering) • Lambda@Edge (edge functions)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Cross-account scanning via STS AssumeRole — hundreds of accounts, single deployment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Clear data source indicator: Live AWS (account ID shown) vs Demo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4 | 1:40 - 2:20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Severity-Ranked Violations with Article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9 violations detected across 4 regulations</a:t>
            </a:r>
          </a:p>
          <a:p>
            <a:pPr>
              <a:spcAft>
                <a:spcPts val="1000"/>
              </a:spcAft>
              <a:defRPr sz="1600">
                <a:solidFill>
                  <a:srgbClr val="EF4444"/>
                </a:solidFill>
              </a:defRPr>
            </a:pPr>
            <a:r>
              <a:t>CRITICAL: S3 'customer-pii-prod' replicating EU data to us-east-1 — GDPR Art. 44</a:t>
            </a:r>
          </a:p>
          <a:p>
            <a:pPr>
              <a:spcAft>
                <a:spcPts val="1000"/>
              </a:spcAft>
              <a:defRPr sz="1600">
                <a:solidFill>
                  <a:srgbClr val="EF4444"/>
                </a:solidFill>
              </a:defRPr>
            </a:pPr>
            <a:r>
              <a:t>CRITICAL: DynamoDB 'user-sessions' India → cn-north-1 — DPDP Sec. 16</a:t>
            </a:r>
          </a:p>
          <a:p>
            <a:pPr>
              <a:spcAft>
                <a:spcPts val="1000"/>
              </a:spcAft>
              <a:defRPr sz="1600">
                <a:solidFill>
                  <a:srgbClr val="F59E0B"/>
                </a:solidFill>
              </a:defRPr>
            </a:pPr>
            <a:r>
              <a:t>HIGH: RDS unencrypted replica in ap-southeast-1 — GDPR Art. 32 + Art. 44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Each violation: regulation article, resource ARN, flow direction, encryption status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Filterable by severity, regulation, and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5 | 2:20 - 2:50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Compliance Scoring &amp; Risk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Overall compliance score (0-100%) based on weighted violation severity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Per-regulation grades: GDPR: D | DPDP: D | DORA: C | NIS2: C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Progress bars showing compliant percentage per framework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Top risks panel — critical violations requiring immediate action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Real-time updates as new scans complete; track posture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6 | 2:50 - 3:25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Step-by-Step Remediation with AWS CLI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Every violation gets an actionable fix with exact AWS CLI commands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S3 fix: aws s3api delete-bucket-replication --bucket customer-pii-prod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→ Create compliant EU-to-EU rule, delete already-replicated objects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Effort: 2 hours | Priority: Immediate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Risk if not fixed: GDPR Art. 83 — up to 4% annual turnover or EUR 20M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Plans filterable: Immediate (&lt;24h), Short-term (&lt;1wk), Medium-term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7 | 3:25 - 3:55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Preventive SCP Policies — Ready to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Don't just fix — prevent recurrence with Service Control Policies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Region Restriction: blocks S3/RDS/DynamoDB/KMS in non-EU regions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Replication Deny: prevents cross-region replication to blocked regions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JSON ready to paste into AWS Organizations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Presets: EU Only | EU + Adequacy | India Only | China Only | Custom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Deployment guide with exact CLI commands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8 | 3:55 - 4:25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Serverless Deployment &amp; Scheduled Scans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One-command deployment: cd cdk &amp;&amp; cdk deploy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Lambda (ARM64, 1024MB, 10min timeout) — agent pipeline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Step Functions — orchestrated scan workflow with error handling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EventBridge — daily 6AM UTC automated scans (configurable)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DynamoDB — violations table with GSI by regulation + severity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S3 — versioned report storage | API Gateway — REST endpoint</a:t>
            </a:r>
          </a:p>
          <a:p>
            <a:pPr>
              <a:spcAft>
                <a:spcPts val="1000"/>
              </a:spcAft>
              <a:defRPr sz="1600">
                <a:solidFill>
                  <a:srgbClr val="F1F5F9"/>
                </a:solidFill>
              </a:defRPr>
            </a:pPr>
            <a:r>
              <a:t>Interactive chat mode — ask follow-up questions after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Scene 9 | 4:25 - 5:00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1F5F9"/>
                </a:solidFill>
              </a:defRPr>
            </a:pPr>
            <a:r>
              <a:t>From Scan to Fix — Minutes, Not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2860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5 AI agents coordinated by Strands SDK orchestrator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7 regulations — GDPR, EU Data Act, DPDP, PIPL, LGPD, DORA, NIS2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8 AWS services — complete cross-border data flow discovery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Cross-account — unlimited accounts via STS AssumeRole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Ready-to-deploy SCPs — preventive compliance controls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Serverless — Lambda + Step Functions + EventBridge</a:t>
            </a:r>
          </a:p>
          <a:p>
            <a:pPr>
              <a:spcAft>
                <a:spcPts val="1000"/>
              </a:spcAft>
              <a:defRPr sz="1600">
                <a:solidFill>
                  <a:srgbClr val="10B981"/>
                </a:solidFill>
              </a:defRPr>
            </a:pPr>
            <a:r>
              <a:t>✓ Executive reports — risk scores, grades, remediation timelines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366F1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D3EE"/>
                </a:solidFill>
              </a:defRPr>
            </a:pPr>
            <a:r>
              <a:t>From discovery to remediation in minutes, not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5 Agents  •  7 Regulations  •  8 AWS Services  •  Unlimited Accounts</a:t>
            </a:r>
            <a:br/>
            <a:r>
              <a:t>Serverless  •  Cross-Account  •  Executive Reports  •  Preventive SCPs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